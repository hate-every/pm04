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48" d="100"/>
          <a:sy n="48" d="100"/>
        </p:scale>
        <p:origin x="52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анил Жданов" userId="be68227d736ebe91" providerId="LiveId" clId="{AC79BC0A-F139-4FEE-86FA-7FF1723750D7}"/>
    <pc:docChg chg="undo custSel delSld modSld">
      <pc:chgData name="Данил Жданов" userId="be68227d736ebe91" providerId="LiveId" clId="{AC79BC0A-F139-4FEE-86FA-7FF1723750D7}" dt="2026-05-04T08:33:14.085" v="175" actId="20577"/>
      <pc:docMkLst>
        <pc:docMk/>
      </pc:docMkLst>
      <pc:sldChg chg="modSp mod">
        <pc:chgData name="Данил Жданов" userId="be68227d736ebe91" providerId="LiveId" clId="{AC79BC0A-F139-4FEE-86FA-7FF1723750D7}" dt="2026-05-04T08:31:13.772" v="85" actId="27636"/>
        <pc:sldMkLst>
          <pc:docMk/>
          <pc:sldMk cId="4064188034" sldId="256"/>
        </pc:sldMkLst>
        <pc:spChg chg="mod">
          <ac:chgData name="Данил Жданов" userId="be68227d736ebe91" providerId="LiveId" clId="{AC79BC0A-F139-4FEE-86FA-7FF1723750D7}" dt="2026-05-04T08:30:33.848" v="3" actId="113"/>
          <ac:spMkLst>
            <pc:docMk/>
            <pc:sldMk cId="4064188034" sldId="256"/>
            <ac:spMk id="3" creationId="{A13F6910-277A-601E-22AD-3E45F39D5A9C}"/>
          </ac:spMkLst>
        </pc:spChg>
        <pc:spChg chg="mod">
          <ac:chgData name="Данил Жданов" userId="be68227d736ebe91" providerId="LiveId" clId="{AC79BC0A-F139-4FEE-86FA-7FF1723750D7}" dt="2026-05-04T08:31:13.772" v="85" actId="27636"/>
          <ac:spMkLst>
            <pc:docMk/>
            <pc:sldMk cId="4064188034" sldId="256"/>
            <ac:spMk id="4" creationId="{C947F56D-19EE-6D67-0161-D55A141547C1}"/>
          </ac:spMkLst>
        </pc:spChg>
      </pc:sldChg>
      <pc:sldChg chg="modSp mod">
        <pc:chgData name="Данил Жданов" userId="be68227d736ebe91" providerId="LiveId" clId="{AC79BC0A-F139-4FEE-86FA-7FF1723750D7}" dt="2026-05-04T08:31:34.542" v="100" actId="20577"/>
        <pc:sldMkLst>
          <pc:docMk/>
          <pc:sldMk cId="4019697418" sldId="258"/>
        </pc:sldMkLst>
        <pc:spChg chg="mod">
          <ac:chgData name="Данил Жданов" userId="be68227d736ebe91" providerId="LiveId" clId="{AC79BC0A-F139-4FEE-86FA-7FF1723750D7}" dt="2026-05-04T08:31:34.542" v="100" actId="20577"/>
          <ac:spMkLst>
            <pc:docMk/>
            <pc:sldMk cId="4019697418" sldId="258"/>
            <ac:spMk id="2" creationId="{DEE7EADA-BBC5-DDF1-E83B-3FB1CD28242D}"/>
          </ac:spMkLst>
        </pc:spChg>
      </pc:sldChg>
      <pc:sldChg chg="modSp mod">
        <pc:chgData name="Данил Жданов" userId="be68227d736ebe91" providerId="LiveId" clId="{AC79BC0A-F139-4FEE-86FA-7FF1723750D7}" dt="2026-05-04T08:31:46.956" v="108" actId="20577"/>
        <pc:sldMkLst>
          <pc:docMk/>
          <pc:sldMk cId="615149727" sldId="260"/>
        </pc:sldMkLst>
        <pc:spChg chg="mod">
          <ac:chgData name="Данил Жданов" userId="be68227d736ebe91" providerId="LiveId" clId="{AC79BC0A-F139-4FEE-86FA-7FF1723750D7}" dt="2026-05-04T08:31:46.956" v="108" actId="20577"/>
          <ac:spMkLst>
            <pc:docMk/>
            <pc:sldMk cId="615149727" sldId="260"/>
            <ac:spMk id="2" creationId="{822FAB69-FBF8-AE14-88F2-31547755CEDC}"/>
          </ac:spMkLst>
        </pc:spChg>
      </pc:sldChg>
      <pc:sldChg chg="del">
        <pc:chgData name="Данил Жданов" userId="be68227d736ebe91" providerId="LiveId" clId="{AC79BC0A-F139-4FEE-86FA-7FF1723750D7}" dt="2026-05-04T08:31:56.742" v="109" actId="2696"/>
        <pc:sldMkLst>
          <pc:docMk/>
          <pc:sldMk cId="635515800" sldId="262"/>
        </pc:sldMkLst>
      </pc:sldChg>
      <pc:sldChg chg="modSp mod">
        <pc:chgData name="Данил Жданов" userId="be68227d736ebe91" providerId="LiveId" clId="{AC79BC0A-F139-4FEE-86FA-7FF1723750D7}" dt="2026-05-04T08:33:14.085" v="175" actId="20577"/>
        <pc:sldMkLst>
          <pc:docMk/>
          <pc:sldMk cId="3495323905" sldId="264"/>
        </pc:sldMkLst>
        <pc:spChg chg="mod">
          <ac:chgData name="Данил Жданов" userId="be68227d736ebe91" providerId="LiveId" clId="{AC79BC0A-F139-4FEE-86FA-7FF1723750D7}" dt="2026-05-04T08:33:14.085" v="175" actId="20577"/>
          <ac:spMkLst>
            <pc:docMk/>
            <pc:sldMk cId="3495323905" sldId="264"/>
            <ac:spMk id="2" creationId="{D6DFD695-B1AD-6EFA-9162-AD8631E4976E}"/>
          </ac:spMkLst>
        </pc:spChg>
      </pc:sldChg>
      <pc:sldChg chg="modSp mod">
        <pc:chgData name="Данил Жданов" userId="be68227d736ebe91" providerId="LiveId" clId="{AC79BC0A-F139-4FEE-86FA-7FF1723750D7}" dt="2026-05-04T08:32:20.593" v="123" actId="1076"/>
        <pc:sldMkLst>
          <pc:docMk/>
          <pc:sldMk cId="3768085998" sldId="266"/>
        </pc:sldMkLst>
        <pc:spChg chg="mod">
          <ac:chgData name="Данил Жданов" userId="be68227d736ebe91" providerId="LiveId" clId="{AC79BC0A-F139-4FEE-86FA-7FF1723750D7}" dt="2026-05-04T08:32:20.593" v="123" actId="1076"/>
          <ac:spMkLst>
            <pc:docMk/>
            <pc:sldMk cId="3768085998" sldId="266"/>
            <ac:spMk id="2" creationId="{AF238670-5D1E-6B34-4FF8-D60E0C96369E}"/>
          </ac:spMkLst>
        </pc:spChg>
      </pc:sldChg>
      <pc:sldChg chg="modSp mod">
        <pc:chgData name="Данил Жданов" userId="be68227d736ebe91" providerId="LiveId" clId="{AC79BC0A-F139-4FEE-86FA-7FF1723750D7}" dt="2026-05-04T08:32:46.088" v="155" actId="1036"/>
        <pc:sldMkLst>
          <pc:docMk/>
          <pc:sldMk cId="3414972399" sldId="267"/>
        </pc:sldMkLst>
        <pc:spChg chg="mod">
          <ac:chgData name="Данил Жданов" userId="be68227d736ebe91" providerId="LiveId" clId="{AC79BC0A-F139-4FEE-86FA-7FF1723750D7}" dt="2026-05-04T08:32:43.523" v="148" actId="122"/>
          <ac:spMkLst>
            <pc:docMk/>
            <pc:sldMk cId="3414972399" sldId="267"/>
            <ac:spMk id="2" creationId="{B7E1F777-BC5C-678D-3645-9086D1CA3A19}"/>
          </ac:spMkLst>
        </pc:spChg>
        <pc:picChg chg="mod">
          <ac:chgData name="Данил Жданов" userId="be68227d736ebe91" providerId="LiveId" clId="{AC79BC0A-F139-4FEE-86FA-7FF1723750D7}" dt="2026-05-04T08:32:46.088" v="155" actId="1036"/>
          <ac:picMkLst>
            <pc:docMk/>
            <pc:sldMk cId="3414972399" sldId="267"/>
            <ac:picMk id="5" creationId="{491BAF2F-CA5C-8547-F4A6-D4B43B043ED6}"/>
          </ac:picMkLst>
        </pc:picChg>
      </pc:sldChg>
      <pc:sldChg chg="modSp mod">
        <pc:chgData name="Данил Жданов" userId="be68227d736ebe91" providerId="LiveId" clId="{AC79BC0A-F139-4FEE-86FA-7FF1723750D7}" dt="2026-05-04T08:33:02.728" v="170" actId="20577"/>
        <pc:sldMkLst>
          <pc:docMk/>
          <pc:sldMk cId="2676631659" sldId="268"/>
        </pc:sldMkLst>
        <pc:spChg chg="mod">
          <ac:chgData name="Данил Жданов" userId="be68227d736ebe91" providerId="LiveId" clId="{AC79BC0A-F139-4FEE-86FA-7FF1723750D7}" dt="2026-05-04T08:33:02.728" v="170" actId="20577"/>
          <ac:spMkLst>
            <pc:docMk/>
            <pc:sldMk cId="2676631659" sldId="268"/>
            <ac:spMk id="3" creationId="{D1CC0681-C9A4-9EA3-3723-B3257ACA4F3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7CA57-BC9F-D0CE-9C93-7F805FDD4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C450ED-E268-CCF5-9294-5B9F23A7A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7A5CB9-6A08-4D10-469E-A47CF82E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958216-5EA6-0645-4826-223F0CEE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3A96D9-6D6F-C9FF-8973-425559B9A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10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DCFB7-CD6E-7A34-6649-C9648696F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F8E3B1-1BF6-932E-A8EB-CC0570BEF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AEE0E1-F3A3-CB1D-37EF-7C5647F89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52E526-2E0B-85AC-1452-E6E0BD74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1B4CE9-A83E-E3D3-8AB1-E680DBCB8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2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0596A-E022-8066-B1E8-9EAD0201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B2D949-5FA2-E119-8A14-FF14309DD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74EE02-5799-0BB5-52B5-4A8A16AE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F8DE4E-0E5E-10EC-4A51-8CEFE6BE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E87F85-8F98-7698-925C-B720E625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17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52A0A-EF84-4649-7DDF-35D88DE4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18EF29-D800-0A0A-6384-CFA2982CE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BBA6D8-D07C-936D-9E2D-DE0E9ABF7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231FC0-A9B4-6F24-FF96-983AB6CF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3C34EF-4A9F-1702-F441-6E3A00C0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583153-F04D-0D4A-EBF5-358F1E4B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199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449B98-1029-D328-40B6-71A6AD98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69C6C4-FD7C-6DA5-B878-40E930FCA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E74148-1E4F-3F41-4B37-1BC4C7839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C30C397-DEF5-0AD3-78B4-291DC91A5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3D4AB7-24E1-E5E1-407B-93E4B2A9B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9F8F01-A2BD-12DB-DC02-920EA7E7A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0988C25-AA77-A580-D263-EBE16AF2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32DFD99-211B-5BEF-2C97-D7AB5FAF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417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E7116-D6E6-3352-0E86-39A35776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9C4F84B-D70A-9317-3B8F-A52E63D4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E31C60-3702-1E04-8059-7052374E1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D1140C-4CB7-54BA-415D-17E7B985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916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25782D0-D886-5717-3DE9-37FDFF954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18B06B-7EDA-B0EE-8B2D-6D0AB7D1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E721D7-B690-149C-8608-948EBE3E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597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A21AB1-32AD-CD05-8342-FEAE6559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F588B7-3D8B-D7D5-8100-DF3D566FF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149414-C01B-346D-15EF-3F882F022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71B4E7-5101-94E3-B8D0-F0D8D4385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7D9B4A-C26B-0E6B-516F-C4D32D01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6E7EC8-C7A1-86C5-7D0C-76BEFC9AF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564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8765B-B71B-9F09-32A8-9CFD1F8D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0279FA-0C9F-CB74-2AAE-071FE2ED3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5D7D4E-3A45-E8B4-B1BB-2951F4E1E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086011-118D-BD43-C538-60ACA533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194350-6D04-D31C-7C0B-45D645A7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783831-A75F-81E6-7696-6F94AAA6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68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CE8C5-7A17-B27B-2B9D-4E7BA071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F8342E-2D10-D450-2371-5302D9E88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C7FA6D-6E9F-B384-1766-1CCBC1E8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48F45C-F982-60CA-1926-6DBE6595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BF8A5D-8839-CD95-D2F1-59D887BA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390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1D65491-3A6F-4F4A-B614-724AEB16E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C14DB9-C2A7-6AF6-4EF5-68B4C6892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6A24F0-263C-6FCB-47E9-C5516846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3EC8F8-627A-187F-C5AA-9DDF1E81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F5AA80-8E5E-9251-102D-AB3B262A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707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06913-F228-27CC-28E6-2E7C17E0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804641-1990-7E60-F92A-224F29F9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E08088-C193-6800-F045-6131CC75B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995FD-83AD-40B3-AC07-01CEE193969B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97CC6-62D5-8BE7-03A9-20942F950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7216C7-6165-0904-C922-F01FB4B3C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99DB5-F202-482B-BAD1-7C2F83CA82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151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2A9DD-2773-626C-CDA6-38F446126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9232"/>
            <a:ext cx="9144000" cy="1566106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Отчёт о выполнении заданий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ПМ 04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3F6910-277A-601E-22AD-3E45F39D5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05809"/>
            <a:ext cx="9144000" cy="473400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Сопровождение и обслуживание программного обеспечения компьютерных систем</a:t>
            </a: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947F56D-19EE-6D67-0161-D55A141547C1}"/>
              </a:ext>
            </a:extLst>
          </p:cNvPr>
          <p:cNvSpPr txBox="1">
            <a:spLocks/>
          </p:cNvSpPr>
          <p:nvPr/>
        </p:nvSpPr>
        <p:spPr>
          <a:xfrm>
            <a:off x="7527236" y="4174435"/>
            <a:ext cx="4664764" cy="231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dirty="0">
                <a:latin typeface="quote-cjk-patch"/>
              </a:rPr>
              <a:t>Выполнил</a:t>
            </a:r>
            <a:r>
              <a:rPr lang="en-US" dirty="0">
                <a:latin typeface="quote-cjk-patch"/>
              </a:rPr>
              <a:t>:</a:t>
            </a:r>
            <a:endParaRPr lang="ru-RU" dirty="0">
              <a:latin typeface="quote-cjk-patch"/>
            </a:endParaRPr>
          </a:p>
          <a:p>
            <a:pPr algn="r"/>
            <a:r>
              <a:rPr lang="ru-RU" dirty="0"/>
              <a:t>Жданов Данил Константинович</a:t>
            </a:r>
          </a:p>
          <a:p>
            <a:pPr algn="r"/>
            <a:r>
              <a:rPr lang="ru-RU" dirty="0"/>
              <a:t>Группы</a:t>
            </a:r>
            <a:r>
              <a:rPr lang="en-US" dirty="0"/>
              <a:t>: </a:t>
            </a:r>
            <a:r>
              <a:rPr lang="ru-RU" dirty="0"/>
              <a:t>23П-1</a:t>
            </a:r>
          </a:p>
          <a:p>
            <a:pPr algn="r"/>
            <a:r>
              <a:rPr lang="ru-RU" dirty="0"/>
              <a:t>Руководитель практики</a:t>
            </a:r>
            <a:r>
              <a:rPr lang="en-US" dirty="0"/>
              <a:t>:</a:t>
            </a:r>
          </a:p>
          <a:p>
            <a:pPr algn="r"/>
            <a:r>
              <a:rPr lang="ru-RU" dirty="0"/>
              <a:t>Калинин Арсений Олегович</a:t>
            </a:r>
          </a:p>
        </p:txBody>
      </p:sp>
    </p:spTree>
    <p:extLst>
      <p:ext uri="{BB962C8B-B14F-4D97-AF65-F5344CB8AC3E}">
        <p14:creationId xmlns:p14="http://schemas.microsoft.com/office/powerpoint/2010/main" val="4064188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945F5-E8CC-691B-3933-85977AF3B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7349" y="18255"/>
            <a:ext cx="3897302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практики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102A96-A2EB-59FF-0ED0-11E8F9930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и настройка ОС (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RedOS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Ubuntu, Ubuntu Server)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Администрирование 1С:Предприятие (УНФ)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Развёртывание серверного ПО (OMV, LAMP,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инфраструктуры разработки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сайта на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WPF-приложений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99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7EADA-BBC5-DDF1-E83B-3FB1CD282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941" y="62343"/>
            <a:ext cx="7034118" cy="1325563"/>
          </a:xfrm>
        </p:spPr>
        <p:txBody>
          <a:bodyPr/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VirtualBox, Ubuntu Desktop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648B5D-AB23-6A38-D40D-611F748B6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91" y="1387906"/>
            <a:ext cx="10515600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Выбран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VirtualBox (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бесплатно, просто, кроссплатформенно)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Хост: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 Core i5 / 16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ГБ ОЗУ / 124 ГБ диск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ВМ: 4 ГБ ОЗУ / 40 ГБ диск / сеть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Установлены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Guest Additions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F0E80F-D363-9ED1-46B7-86AD84D6D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535" y="2986428"/>
            <a:ext cx="4210974" cy="340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97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D9120-862F-AF19-79F9-536AB0547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337" y="0"/>
            <a:ext cx="5859326" cy="1325563"/>
          </a:xfrm>
        </p:spPr>
        <p:txBody>
          <a:bodyPr/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ПО в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Ubuntu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A32B0D-61C3-DDD6-1E03-0A090E7C3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508"/>
            <a:ext cx="10515600" cy="4351338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Ubuntu 22.04 LTS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Пользователь: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Dania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Имя ПК: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pm04-1</a:t>
            </a:r>
          </a:p>
          <a:p>
            <a:pPr marL="0" indent="0" algn="l">
              <a:buNone/>
            </a:pPr>
            <a:endParaRPr lang="ru-RU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ПО: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7-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Zip —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архиватор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Firefox —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LibreOffice —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офисный пакет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Evince — PDF-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ридер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794715-53F1-D4F6-1909-4530437FF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100" y="1932042"/>
            <a:ext cx="5940425" cy="2025015"/>
          </a:xfrm>
          <a:prstGeom prst="rect">
            <a:avLst/>
          </a:prstGeo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AA5AC636-3F8A-EDCB-6774-E1CCE064D6EA}"/>
              </a:ext>
            </a:extLst>
          </p:cNvPr>
          <p:cNvSpPr txBox="1">
            <a:spLocks/>
          </p:cNvSpPr>
          <p:nvPr/>
        </p:nvSpPr>
        <p:spPr>
          <a:xfrm>
            <a:off x="6630661" y="3970326"/>
            <a:ext cx="4790004" cy="1745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на 7-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zip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libreoffice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236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2FAB69-FBF8-AE14-88F2-31547755C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143" y="-12111"/>
            <a:ext cx="6548910" cy="1325563"/>
          </a:xfrm>
        </p:spPr>
        <p:txBody>
          <a:bodyPr/>
          <a:lstStyle/>
          <a:p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Docker, 1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DDF53DE-AD04-71F1-A58B-6468E7785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157614" cy="4351338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8EEFD8-D742-053F-3065-6A5790E41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318" y="1646378"/>
            <a:ext cx="5940425" cy="64643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89945B0-724B-470A-F0D6-32111D712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443" y="3036105"/>
            <a:ext cx="3373232" cy="300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22257-7BE3-D744-8BEE-8DEC1100B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43" y="12199"/>
            <a:ext cx="6707114" cy="1325563"/>
          </a:xfrm>
        </p:spPr>
        <p:txBody>
          <a:bodyPr/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расширения 1С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DF135B-1ED8-6B00-7507-4A941B4BA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080" y="1253331"/>
            <a:ext cx="7603347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выполненных задач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оздано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расширение «Основное»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Перечисление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пр_ТипУведомления</a:t>
            </a:r>
            <a:endParaRPr kumimoji="0" lang="ru-RU" altLang="ru-RU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Регистры настроек и отправленных уведомлений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 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пр_НастройкиУведомлений</a:t>
            </a:r>
            <a:endParaRPr kumimoji="0" lang="ru-RU" altLang="ru-RU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Кнопка «Настройки уведомлений» на Канбан-доске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Регламентное задание (ежедневно в 10:00)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B41470C-48FB-7D15-72D7-841CACE49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45906"/>
            <a:ext cx="65" cy="691813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8241" rIns="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2DBB6D-883F-3992-67CD-91C40364C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26" y="3987961"/>
            <a:ext cx="5940425" cy="26244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400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47F97-7D54-1FD2-4EEC-0129A6FF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991" y="18255"/>
            <a:ext cx="7894017" cy="1325563"/>
          </a:xfrm>
        </p:spPr>
        <p:txBody>
          <a:bodyPr/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WPF-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35642A0-979B-5F30-3888-0103A004B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099" y="1265158"/>
            <a:ext cx="5676900" cy="1524000"/>
          </a:xfr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815B6E-C172-26FD-4B11-3DEF47AF1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14" y="1040185"/>
            <a:ext cx="2422525" cy="24752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FAB67C-E89F-C3A9-8B72-1AF8730F5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165" y="2854500"/>
            <a:ext cx="3679667" cy="38682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5938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FD695-B1AD-6EFA-9162-AD8631E49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361" y="0"/>
            <a:ext cx="6507278" cy="1325563"/>
          </a:xfrm>
        </p:spPr>
        <p:txBody>
          <a:bodyPr/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NAS (OMV)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C0D40E2-BF10-FEBB-7938-8A2D9EEC9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81" y="1226118"/>
            <a:ext cx="6652060" cy="3003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C9BAB3-8D02-C24E-C59B-876E47567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165" y="4461670"/>
            <a:ext cx="5940425" cy="21056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5323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7A598-F60F-9BF9-BF89-2750397D6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9775" y="0"/>
            <a:ext cx="6852449" cy="1325563"/>
          </a:xfrm>
        </p:spPr>
        <p:txBody>
          <a:bodyPr/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инфраструктура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E6FD4F0-C56D-8E9E-E2FE-AEA9A4F18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837" y="1465336"/>
            <a:ext cx="4893265" cy="345811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FC3155-02A2-E834-A725-8DCC6E5E7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697" y="3965744"/>
            <a:ext cx="4588000" cy="271601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0A961D-1D8A-AFE0-1B64-EADD9DAB8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03" y="5323753"/>
            <a:ext cx="5940425" cy="90995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13D30C5-452D-720D-FEAB-DFA7D1DCE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654" y="1625663"/>
            <a:ext cx="5940425" cy="1644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4679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238670-5D1E-6B34-4FF8-D60E0C963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3637" y="0"/>
            <a:ext cx="3756433" cy="1325563"/>
          </a:xfrm>
        </p:spPr>
        <p:txBody>
          <a:bodyPr>
            <a:normAutofit/>
          </a:bodyPr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Сайт колледжа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FA4EFFD-79D9-3A04-DD18-3E8BF0686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560" y="1159504"/>
            <a:ext cx="3022428" cy="271852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03F13C-25B6-6C43-DF90-DB47C50BC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29" y="4530310"/>
            <a:ext cx="5940425" cy="19030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FD21C8-5A4C-3D83-DD52-C4552E87C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166" y="1198494"/>
            <a:ext cx="4948384" cy="264054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EBA1E7-E21E-C767-220D-B91D64ACC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759" y="4040561"/>
            <a:ext cx="4027929" cy="218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85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1F777-BC5C-678D-3645-9086D1CA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1576" y="18255"/>
            <a:ext cx="8160893" cy="1325563"/>
          </a:xfrm>
        </p:spPr>
        <p:txBody>
          <a:bodyPr/>
          <a:lstStyle/>
          <a:p>
            <a:pPr algn="ctr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Выполненные задачи за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недели практики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91BAF2F-CA5C-8547-F4A6-D4B43B043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1981" y="1317283"/>
            <a:ext cx="6525155" cy="4919311"/>
          </a:xfrm>
        </p:spPr>
      </p:pic>
    </p:spTree>
    <p:extLst>
      <p:ext uri="{BB962C8B-B14F-4D97-AF65-F5344CB8AC3E}">
        <p14:creationId xmlns:p14="http://schemas.microsoft.com/office/powerpoint/2010/main" val="3414972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BFFEC-73D8-E9E4-D149-2E73A2713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906" y="-46658"/>
            <a:ext cx="3558187" cy="1325563"/>
          </a:xfrm>
        </p:spPr>
        <p:txBody>
          <a:bodyPr/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Общий вывод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CC0681-C9A4-9EA3-3723-B3257ACA4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752" y="1613678"/>
            <a:ext cx="11273059" cy="435133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 2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недели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практики освоены ключевые навыки администрирования ОС, развёртывания серверов, разработки расширений в 1С, тестирования приложений и создания веб-сайтов на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Все поставленные задачи выполнены.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6316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258</Words>
  <Application>Microsoft Office PowerPoint</Application>
  <PresentationFormat>Широкоэкранный</PresentationFormat>
  <Paragraphs>46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quote-cjk-patch</vt:lpstr>
      <vt:lpstr>Times New Roman</vt:lpstr>
      <vt:lpstr>Тема Office</vt:lpstr>
      <vt:lpstr>Отчёт о выполнении заданий ПМ 04</vt:lpstr>
      <vt:lpstr>Цель практики:</vt:lpstr>
      <vt:lpstr>VirtualBox, Ubuntu Desktop</vt:lpstr>
      <vt:lpstr>Установка ПО в Ubuntu</vt:lpstr>
      <vt:lpstr>RedOS, Docker, 1С:EDT</vt:lpstr>
      <vt:lpstr>Разработка расширения 1С</vt:lpstr>
      <vt:lpstr>Тестирование WPF-приложения</vt:lpstr>
      <vt:lpstr>Блок-схема, NAS (OMV)</vt:lpstr>
      <vt:lpstr>Серверная инфраструктура</vt:lpstr>
      <vt:lpstr>Сайт колледжа </vt:lpstr>
      <vt:lpstr>Выполненные задачи за 2 недели практики</vt:lpstr>
      <vt:lpstr>Общий 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 Жданов</dc:creator>
  <cp:lastModifiedBy>Данил Жданов</cp:lastModifiedBy>
  <cp:revision>1</cp:revision>
  <dcterms:created xsi:type="dcterms:W3CDTF">2026-05-03T06:51:57Z</dcterms:created>
  <dcterms:modified xsi:type="dcterms:W3CDTF">2026-05-04T08:33:53Z</dcterms:modified>
</cp:coreProperties>
</file>